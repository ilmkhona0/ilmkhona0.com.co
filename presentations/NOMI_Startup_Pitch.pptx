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CUSTOMER COURT BATTLE  ·  STEP 1 GROUP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>
                <a:solidFill>
                  <a:srgbClr val="8C1F28"/>
                </a:solidFill>
                <a:latin typeface="Calibri"/>
              </a:rPr>
              <a:t>NOMI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F1F1F"/>
                </a:solidFill>
                <a:latin typeface="Calibri"/>
              </a:rPr>
              <a:t>Your AI Study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Personalized learning that actually fits how you study.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120640"/>
            <a:ext cx="10972800" cy="4572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University of Europe for Applied Sciences  ·  Entrepreneurship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Presented by Team NOMI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  ·  AI Study Buddy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OUR START-UP IDEA IS…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NOMI turns any course into a personal AI tutor.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Calibri"/>
              </a:rPr>
              <a:t>NOMI is an AI study buddy that turns lecture notes, slides,</a:t>
            </a:r>
          </a:p>
          <a:p>
            <a:pPr algn="l"/>
            <a:r>
              <a:rPr sz="2200" b="1">
                <a:solidFill>
                  <a:srgbClr val="1F1F1F"/>
                </a:solidFill>
                <a:latin typeface="Calibri"/>
              </a:rPr>
              <a:t>and textbooks into a personal tutor — available 24/7, in any</a:t>
            </a:r>
          </a:p>
          <a:p>
            <a:pPr algn="l"/>
            <a:r>
              <a:rPr sz="2200" b="1">
                <a:solidFill>
                  <a:srgbClr val="1F1F1F"/>
                </a:solidFill>
                <a:latin typeface="Calibri"/>
              </a:rPr>
              <a:t>language, on any device.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86200"/>
            <a:ext cx="3352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886200"/>
            <a:ext cx="3352800" cy="36576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Upload any material — NOMI summarizes it in your style and explains it the way you learn best.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3886200"/>
            <a:ext cx="3352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5760" y="3886200"/>
            <a:ext cx="3352800" cy="36576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8640" y="3931920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640" y="438912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Auto-generates quizzes, flashcards, and mock exams from your course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11440" y="3886200"/>
            <a:ext cx="3352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11440" y="3886200"/>
            <a:ext cx="3352800" cy="36576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4320" y="3931920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320" y="438912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Tracks your weak spots, schedules spaced repetition, and gets you exam-ready faster.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  ·  AI Study Buddy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OUR PRIMARY CUSTOMER IS…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European university students who study smarter, not harder.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Not everyone. Our primary customer 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8C1F28"/>
                </a:solidFill>
                <a:latin typeface="Calibri"/>
              </a:rPr>
              <a:t>University students aged 18–26 in 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studying STEM, business, or design programs — laptop-first, phone-second, exam-stressed.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Lena,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Bachelor —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Juggles part-time job. Skims slides the night before.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7792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07792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Arjun,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Master — Computer Science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Drowns in dense papers. Wants a tutor that speaks his level.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75504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75504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2664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Sofía,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Foundation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ESL student. Needs concepts re-explained in her language.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3216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43216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0376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Marek,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Online MBA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Full-time job. Studies in 20-minute commute chunks.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10928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10928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8088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Yuki,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Bachelor —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Visual learner. Hates walls of text, loves diagrams.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  ·  AI Study Buddy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THEIR MAIN NEED IS…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Understand the material, pass exams, stay sane.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Their main need is…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8C1F28"/>
                </a:solidFill>
                <a:latin typeface="Calibri"/>
              </a:rPr>
              <a:t>…to actually understand their course material —</a:t>
            </a:r>
          </a:p>
          <a:p>
            <a:pPr algn="l"/>
            <a:r>
              <a:rPr sz="2800" b="1">
                <a:solidFill>
                  <a:srgbClr val="8C1F28"/>
                </a:solidFill>
                <a:latin typeface="Calibri"/>
              </a:rPr>
              <a:t>and pass exams — without burning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33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Information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Hundreds of slides per course, no clear path through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02336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133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Generic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262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YouTube tutors and textbooks aren't tailored to their syllabus.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0352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0352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413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Expensive tutoring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8064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Private tutors cost €30–80/hour — out of reach for most students.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30352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530352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413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Procrastination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8064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Without structure, study time slides into TikTok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  ·  AI Study Buddy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OUR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NOMI reduces drop-outs and improves grades.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By helping this customer, our start-up also…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C1F28"/>
                </a:solidFill>
                <a:latin typeface="Calibri"/>
              </a:rPr>
              <a:t>Reduces drop-out rates  by  giving every student a 1:1 tutor.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C1F28"/>
                </a:solidFill>
                <a:latin typeface="Calibri"/>
              </a:rPr>
              <a:t>Improves grades  by  closing knowledge gaps before exams.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352800" cy="18288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298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0352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of EU students drop out before graduating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4206240"/>
            <a:ext cx="3352800" cy="18288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8640" y="4434840"/>
            <a:ext cx="298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€2.4B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640" y="530352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spent on private tutoring in Europe each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1440" y="4206240"/>
            <a:ext cx="3352800" cy="18288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4320" y="4434840"/>
            <a:ext cx="298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4.7h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4320" y="530352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avg. weekly study time saved with AI tools (pilot data)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  ·  AI Study Buddy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WHY THEY'LL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A personal tutor in your pocket — for the price of a coffee.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Our customer will care about our solution because…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C1F28"/>
                </a:solidFill>
                <a:latin typeface="Calibri"/>
              </a:rPr>
              <a:t>It solves exam anxiety and confusion,</a:t>
            </a:r>
          </a:p>
          <a:p>
            <a:pPr algn="l"/>
            <a:r>
              <a:rPr sz="2200" b="1">
                <a:solidFill>
                  <a:srgbClr val="8C1F28"/>
                </a:solidFill>
                <a:latin typeface="Calibri"/>
              </a:rPr>
              <a:t>and helps them learn faster and remember more</a:t>
            </a:r>
          </a:p>
          <a:p>
            <a:pPr algn="l"/>
            <a:r>
              <a:rPr sz="2200" b="1">
                <a:solidFill>
                  <a:srgbClr val="8C1F28"/>
                </a:solidFill>
                <a:latin typeface="Calibri"/>
              </a:rPr>
              <a:t>without paying for tutors or wasting nights on YouTube.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Personal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Adapts to your course, your style, your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Affordable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€7/month — less than one tutor hour.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Always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Answers at 2 a.m. the night before the exam.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Built-in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Connects to Moodle, Canvas, and Google Drive.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  ·  AI Study Buddy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HOW WE MAKE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Freemium for students, licenses for universities.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1F28"/>
                </a:solidFill>
                <a:latin typeface="Calibri"/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Freemium: free for 1 course, paid for unlimited.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Pro plan: €7/month for students.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Campus plan: bulk license sold to universities.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B2B add-on: white-label for online course providers.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Marketplace: verified tutors charge per session in-app.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1F28"/>
                </a:solidFill>
                <a:latin typeface="Calibri"/>
              </a:rPr>
              <a:t>Traction &amp; next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MVP live with 120 beta users from UE Berlin.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NPS 62 across first cohort.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Pilot agreement signed with 2 student associations.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Q3: launch on iOS + Android.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Q4: close pre-seed round (€350k).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3328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Looking for: pilot universities, design partners, and pre-seed angels.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  ·  AI Study Buddy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8C1F28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Calibri"/>
              </a:rPr>
              <a:t>Feedback directly afterwards.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</a:rPr>
              <a:t>Questions, critiques, brutal honesty — all welcome.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132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Team NOMI  ·  hello@nomi.study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790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University of Europe for Applied Sciences  ·  Entrepreneurship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NOMI  ·  AI Study 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